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773936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172968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Inter"/>
              </a:defRPr>
            </a:pPr>
            <a:r>
              <a:t>VibeTours.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9592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8B8B8"/>
                </a:solidFill>
                <a:latin typeface="Inter"/>
              </a:defRPr>
            </a:pPr>
            <a:r>
              <a:t>Planifica, crea y comparte experiencias impulsadas por Inteligencia Artificial.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507992"/>
            <a:ext cx="3959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Inter"/>
              </a:defRPr>
            </a:pPr>
            <a:r>
              <a:t>Apple Intelligence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84048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El recorrido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AFF"/>
                </a:solidFill>
                <a:latin typeface="Inter"/>
              </a:defRPr>
            </a:pPr>
            <a:r>
              <a:t>CÓMO FUNCIONA VIBETOURS</a:t>
            </a:r>
          </a:p>
        </p:txBody>
      </p:sp>
      <p:pic>
        <p:nvPicPr>
          <p:cNvPr id="5" name="Picture 4" descr="mockup_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8" y="380999"/>
            <a:ext cx="1396965" cy="254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3993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433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Ingreso Seguro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Inicia sesión con Google, Correo o accede directo mediante el Modo Demo sin registros.</a:t>
            </a:r>
          </a:p>
        </p:txBody>
      </p:sp>
      <p:pic>
        <p:nvPicPr>
          <p:cNvPr id="8" name="Picture 7" descr="mockup_2_chat_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440" y="2349500"/>
            <a:ext cx="1396965" cy="25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158945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0385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Crear Tour (Manual / IA)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Planifica manual o usa el asistente de IA dictando tus preferencias con micrófono por voz.</a:t>
            </a:r>
          </a:p>
        </p:txBody>
      </p:sp>
      <p:pic>
        <p:nvPicPr>
          <p:cNvPr id="11" name="Picture 10" descr="mockup_3_publi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393" y="380999"/>
            <a:ext cx="1396965" cy="254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3898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5338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Publicar en Catálogo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Los tours IA se guardan como borradores temporales y pasan a moderación antes de publicarse.</a:t>
            </a:r>
          </a:p>
        </p:txBody>
      </p:sp>
      <p:pic>
        <p:nvPicPr>
          <p:cNvPr id="14" name="Picture 13" descr="mockup_4_repor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345" y="2349500"/>
            <a:ext cx="1396965" cy="2540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68850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0290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Reportar Contenido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Filtro de seguridad. Reporta spam, contenido inapropiado o rutas peligrosas para moderación.</a:t>
            </a:r>
          </a:p>
        </p:txBody>
      </p:sp>
      <p:pic>
        <p:nvPicPr>
          <p:cNvPr id="17" name="Picture 16" descr="mockup_5_pq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297" y="380999"/>
            <a:ext cx="1396965" cy="254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873802" y="34290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5242" y="34747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Centro PQRS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Soporte integrado en Supabase. Envía quejas o peticiones con respuesta en menos de 24h.</a:t>
            </a:r>
          </a:p>
        </p:txBody>
      </p:sp>
      <p:pic>
        <p:nvPicPr>
          <p:cNvPr id="20" name="Picture 19" descr="mockup_6_perf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250" y="2349500"/>
            <a:ext cx="1396965" cy="2540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778755" y="1206500"/>
            <a:ext cx="1777955" cy="1016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0195" y="1252220"/>
            <a:ext cx="1595075" cy="924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Eliminación de Cuenta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Garantía de privacidad. Controla tu cuenta, cierra sesión o elimina tu perfil permanentemente.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Estado actual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FF"/>
                </a:solidFill>
                <a:latin typeface="Inter"/>
              </a:defRPr>
            </a:pPr>
            <a:r>
              <a:t>ESTRUCTURA DE LÍMITES Y CAPA DE INTEGRACIÓN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12700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0867" y="15260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595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Límite Demo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867" y="20929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usuarios invitados sin cuenta tienen un límite estricto de 2 generaciones de tours con IA. Al agotar el cupo de demostración local, el sistema solicita registrarse o iniciar sesión para continuar usando el planificador inteligente.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87" y="36195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867" y="38755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595" y="3820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Dependencias de Mapas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867" y="44424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La cartografía y geocodificación se apoya en proveedores de fuentes abiertas: OpenStreetMap (OSM) para mapas, Photon y Nominatim para búsquedas de lugares, y Overpass API. Posee un mecanismo de contingencia para fallback automático.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3898" y="12700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6778" y="15260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6506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Moderación de 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6778" y="20929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tours creados mediante IA quedan guardados como borradores privados. El administrador debe revisarlos y aprobarlos desde su panel restringido antes de que aparezcan en el catálogo público general, previniendo spam.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3898" y="36195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6778" y="38755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506" y="3820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Acceso Administrador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6778" y="44424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El panel de administración cuenta con seguridad granular. El acceso está restringido a un único ID de usuario o correo configurado estrictamente en las variables de entorno de la base de datos de Supabase, bloqueando intrusos.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9" y="1270000"/>
            <a:ext cx="4063898" cy="450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02689" y="1526032"/>
            <a:ext cx="25399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2417" y="1471168"/>
            <a:ext cx="369813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Tecnologías &amp; Servicios Integrados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3803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_flu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2133600"/>
            <a:ext cx="304792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73803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Flutter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Mobile App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6774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go_sup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365" y="2133600"/>
            <a:ext cx="304792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16774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Supabase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Auth &amp;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59746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_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337" y="2133600"/>
            <a:ext cx="304792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59746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Firebase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Crashlytics /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3803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node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3149599"/>
            <a:ext cx="304792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3803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NodeJS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Backend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6774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open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365" y="3149599"/>
            <a:ext cx="304792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16774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OpenAI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AI Text generation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59746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_tom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337" y="3149599"/>
            <a:ext cx="304792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159746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TomTom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Route Calculation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73803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maplib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394" y="4165600"/>
            <a:ext cx="304792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73803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MapLibre GL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Vector Maps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6774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6774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Speech to Text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Dictado por Voz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59746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59746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Text to Speech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Narración de Paradas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